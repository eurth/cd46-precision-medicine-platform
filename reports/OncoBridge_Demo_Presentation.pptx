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OncoBridge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Multi-target theranostics research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7296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FOLH1 (PSMA)  ·  FAP  ·  SSTR2  ·  GRPR  ·  CD46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57015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16 modules  ·  Knowledge graph  ·  Retrieval-augmented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oncobridge.eurthtech.com  ·  Research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Radioligand programs need expression, safety, patients, trials, and literature —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6479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Public data lives in TCGA, GENIE, HPA, ChEMBL, ClinicalTrials.gov — disconnected formats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8658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Generic AI generates plausible oncology text without verifiable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083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Teams need one workbench across multiple surface targets — not one gene at a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What OncoBridge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Open research platform — not a hospital system or medical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Five theranostic targets on one shared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16 modules across 9 research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Neo4j knowledge graph (~3,586 nodes) — genes, drugs, trials, publications linked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9125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Target bar switches the active gene — charts, KG queries, and AI follow your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Data freeze: 2026-07-28-phase4-five-targets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Five theranostic targets — equal platform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</a:defRPr>
            </a:pPr>
            <a:r>
              <a:t>FOLH1 (PSMA)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2344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</a:defRPr>
            </a:pPr>
            <a:r>
              <a:t>Prostate radioligand benchmark · Pluvicto®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03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</a:defRPr>
            </a:pPr>
            <a:r>
              <a:t>FAP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210312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</a:defRPr>
            </a:pPr>
            <a:r>
              <a:t>Stromal / CAF target · FAPI PET &amp; emerging RLT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</a:defRPr>
            </a:pPr>
            <a:r>
              <a:t>SSTR2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97180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</a:defRPr>
            </a:pPr>
            <a:r>
              <a:t>Neuroendocrine GPCR · somatostatin analog RLT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</a:defRPr>
            </a:pPr>
            <a:r>
              <a:t>GRPR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84048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</a:defRPr>
            </a:pPr>
            <a:r>
              <a:t>Solid-tumour GPCR · bombesin-analogue radioligands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09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563EB"/>
                </a:solidFill>
              </a:defRPr>
            </a:pPr>
            <a:r>
              <a:t>CD46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</a:defRPr>
            </a:pPr>
            <a:r>
              <a:t>Pan-cancer surface antigen · complement pathway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72200"/>
            <a:ext cx="8138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Switch any module via the target bar — same datasets, same graph schema, same sixteen modules.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Nine research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Home — Platform orientation &amp; module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Target / Cancer — Expression Atlas, Compare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Biomarkers — Multi-marker clinical decision 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Proteins — PPI network, Diagnostics &amp; imaging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449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Patients — GENIE cohorts, Eligibility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Survival — Cox hazard ratios, forest plots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9592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Drugs / Safety — Pipeline, Dosimetry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7141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Graph / Ask — KG visualizer, Query Explorer, AI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4690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Strategy — End-to-end clinical development narrative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Datasets included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TCGA / UCSC Xena — pan-cancer RNA &amp; survival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AACR GENIE — 271,837 real-world sequenced tumours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Human Protein Atlas · GTEx · DepMap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ClinicalTrials.gov · ChEMBL · Open Targets · PubMed · STRING · UniProt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9125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Neo4j AuraDB — OncoBridge knowledge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6674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Same provenance layer for every target in the registry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ChatGPT vs OncoBridge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Generic ChatGPT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Generates plausible paragraphs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4767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May invent NCT IDs and hazard ratios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86584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No link to your TCGA extracts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2549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Cannot query your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OncoBridge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Retrieves ranked TCGA rows per active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94767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Returns verifiable NCT trial IDs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86584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Pre-computed Cox HR from your CSVs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2549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</a:defRPr>
            </a:pPr>
            <a:r>
              <a:t>• Live Cypher — any of the five targets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Live demo flow (20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1. Platform Overview — five targets, module map, KG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2. Compare Targets — all five genes on one chart (lead here)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3. Expression Atlas — switch target bar: FOLH1 → FAP → SSTR2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4. KG Query Explorer — Drugs template per target (rotate)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449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5. Research Assistant — preset for whichever target is selected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6. Patient Selection — GENIE cohort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9592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7. Clinical Strategy Engine — end-to-end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Script: reports/DEMO_RUNBOOK.md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KG Query Explorer — rotate targets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Navigate: Graph → KG Query Explorer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Select target in the bar (e.g. FOLH1), then: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Template: 💊 Drugs: Agents targeting FOLH1?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Run Query → drug name, type, max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735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Repeat for FAP and SSTR2 — same templates, different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Say: “One graph schema — switch the gene, rerun the query.”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KG Query Explorer — trials &amp; expression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FOLH1: 🧪 Clinical Trials template → NCT IDs, phase,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FAP: 📊 Cell lines depending on FAP → DepMap CRISPR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SSTR2: 🎯 Expression — highest cancers for SSTR2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GRPR: 📚 Publications linked to GRPR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449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CD46: 📈 Survival — High = worse prognosis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Research Assistant — per active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Select target in bar first — presets update to that gene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FOLH1: “Summarise FOLH1 expression across TCGA cancer types with hazard ratios.”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6888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FAP: “What DepMap evidence supports FAP as a cancer dependency?”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4436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SSTR2: “What is the current SSTR2-targeted drug pipeline and clinical trials?”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Say: “Retrieval-augmented — CSVs and graph for the active target.”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Full list: reports/DEMO_QUESTIONS.md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Acronym cheat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TCGA — US cancer genomics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RLT — radioligand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PSMA / FOLH1 — prostate surface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FAP — fibroblast activation protein (stroma)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44952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SSTR2 — somatostatin receptor (neuroendocrine)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GRPR — gastrin-releasing peptide receptor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9592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GENIE — AACR real-world sequencing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7141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NCT — clinical trial registry number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93B"/>
                </a:solidFill>
              </a:defRPr>
            </a:pPr>
            <a:r>
              <a:t>Platform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0972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One workbench — five theranostic surface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18488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Same modules, datasets, and knowledge graph for each registered gene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Target bar is the primary switch — audience should see you rotate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</a:defRPr>
            </a:pPr>
            <a:r>
              <a:t>• Research use only — not clinical advice, not a medical device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OncoBridge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7296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oncobridge.eurthtech.com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57015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94A3B8"/>
                </a:solidFill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</a:defRPr>
            </a:pPr>
            <a:r>
              <a:t>oncobridge.eurthtech.com  ·  Research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