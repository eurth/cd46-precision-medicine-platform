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OncoBridge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</a:defRPr>
            </a:pPr>
            <a:r>
              <a:t>Multi-target theranostics research workbench</a:t>
            </a:r>
            <a:br/>
            <a:r>
              <a:t>CD46 reference case study · 5 targets · 16 modules ·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oncobridge.eurthtech.com  ·  Research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</a:defRPr>
            </a:pPr>
            <a:r>
              <a:t>• Radioligand / surface-antigen programs need dozens of disconnected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0136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TCGA, GENIE, trials, ChEMBL, protein atlases — each with different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59736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Generic AI (ChatGPT) generates plausible oncology text without verifiable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1810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Teams lack a single workbench to go from target → patient → trial →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What OncoBridge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</a:defRPr>
            </a:pPr>
            <a:r>
              <a:t>• Open research platform — not a hospital system or medical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1848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16 modules across 9 research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93976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5 theranostic targets: CD46, PSMA (FOLH1), FAP, SSTR2, GRPR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946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Neo4j knowledge graph (~3,586 nodes) linking genes, drugs, trials, publications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2783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Retrieval-augmented AI — retrieves your data, then explains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Data freeze: 2026-07-28-phase4-five-targets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Five targets — plain English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CD46 · FOLH1 (PSMA)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Complement evasion surface antigen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4767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Pan-cancer; mCRPC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8658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Alpha radioligand (α-RLT)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2549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Prostate membrane antigen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6440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Pluvicto® benchmark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97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FAP · SSTR2 · GRPR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Cancer-associated fibroblast marker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4767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FAPI PET / emerging RLT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8658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Neuroendocrine receptor (Lutathera® class)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2549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Lung / solid tumour GPCR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6440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Bombesin-analogue radioligands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Nine research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Home — Platform orientation &amp; module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1848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Target / Cancer — Expression Atlas, Compare Targets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93976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Biomarkers — Multi-marker clinical decision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946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Proteins — PPI network, Diagnostics &amp; imaging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4495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Patients — GENIE cohorts, Eligibility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Survival — Cox hazard ratios, forest plots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959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Drugs / Safety — Pipeline, Dosimetry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71416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Graph / Ask — KG visualizer, Query Explorer, AI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4690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Strategy — End-to-end clinical development narrative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Datasets included (name-drop for credibility)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TCGA / UCSC Xena — pan-cancer RNA &amp; survival (US government genomics)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0136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AACR GENIE — 271,837 real-world sequenced tumours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76856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Human Protein Atlas (HPA) — protein tissue staining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5234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GTEx — normal tissue expression (safety window)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2783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DepMap — CRISPR cancer dependency screens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0332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ClinicalTrials.gov · ChEMBL · Open Targets · PubMed · STRING · UniProt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6168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Neo4j AuraDB — OncoBridge knowledge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ChatGPT vs OncoBridge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Generic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Generates plausible paragraphs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4767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May invent NCT IDs and hazard ratios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8658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No live link to your TCGA extracts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2549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Cannot query your knowledge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097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OncoBridge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Retrieves ranked TCGA expression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4767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Returns verifiable NCT trial 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8658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Pre-computed Cox HR from your CSVs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2549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• Live Cypher against Neo4j 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Live demo flow (20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1. Platform Overview — scope &amp; KG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1848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2. Expression Atlas (CD46) — TCGA pan-cancer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93976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3. Compare Targets — five genes, trial funnel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946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4. KG Query Explorer — Drugs targeting CD46 (live graph)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4495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5. Research Assistant — preset survival / trial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6. Patient Selection — GENIE cohort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959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7. Clinical Strategy Engine — end-to-end narrative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Full script: reports/DEMO_RUNBOOK.md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KG Query Explorer — demo query #1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</a:defRPr>
            </a:pPr>
            <a:r>
              <a:t>• Navigate: Graph → KG Query 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1848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Ensure CD46 selected in target 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93976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Template: 💊 Drugs: Agents targeting CD46?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946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Click Run Query → show drug name, type, max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4495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Say: “ChEMBL-linked nodes — not LLM invention.”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KG Query Explorer — demo query #2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</a:defRPr>
            </a:pPr>
            <a:r>
              <a:t>• Template: 🧪 Clinical Trials: Trials investigating CD46?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1848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Show NCT ID, phase, status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93976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946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Optional — switch target to FOLH1 (PSMA):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4495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Same 💊 Drugs template → Pluvicto-era competitive context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Research Assistant — demo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Click preset (do not type):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1848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“Summarise CD46 expression across TCGA cancer types with hazard ratios.”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76856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5234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Second preset: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2783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“What is the current CD46-targeted drug pipeline and which agents are in clinical trials?”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6168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For CAB audience — use CAB Focus preset buttons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Full list: reports/DEMO_QUESTIONS.md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Acronym cheat 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TCGA — US cancer genomics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1848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mCRPC — metastatic castration-resistant prostate cancer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93976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RLT — radioligand therapy (radioactive drug binds target)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946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PSMA / FOLH1 — prostate surface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4495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GENIE — AACR real-world sequencing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HR — hazard ratio (&gt;1 = worse survival)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959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NCT — clinical trial registry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71416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KG — knowledge graph (Neo4j)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Honest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</a:defRPr>
            </a:pPr>
            <a:r>
              <a:t>• CD46 = full reference case study (eligibility, biomarkers, diagnostics depth)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0136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FOLH1, FAP, SSTR2, GRPR = medium open-data slices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76856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Expression, survival, trials, PPI, and KG templates work for all five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3522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• Research use only — not clinical advice, not a medical device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</a:defRPr>
            </a:pPr>
            <a:r>
              <a:t>OncoBridge Intelligence</a:t>
            </a:r>
            <a:br/>
            <a:r>
              <a:t>oncobridge.eurthtech.com</a:t>
            </a:r>
            <a:br/>
            <a:br/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oncobridge.eurthtech.com  ·  Research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